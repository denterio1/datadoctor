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the dataDoctor Data Quality Report. This presentation covers the quality analysis of sample_sales.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Overview of today's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Score: 90.6/100, Grade: 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bar shows the score for one dimension.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800600"/>
            <a:ext cx="12188952" cy="548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45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4000">
                <a:solidFill>
                  <a:srgbClr val="FFFFFF"/>
                </a:solidFill>
              </a:rPr>
              <a:t>🩺 dataDoctor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112745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00B4D8"/>
                </a:solidFill>
              </a:rPr>
              <a:t>Data Quality Intelligence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0"/>
            <a:ext cx="112745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C8DCF0"/>
                </a:solidFill>
              </a:rPr>
              <a:t>Dataset: sample_sales   |   Score: 90.6/100   |   Grade: A   |   2026-04-26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40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601968"/>
            <a:ext cx="1182319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F0F0F0"/>
                </a:solidFill>
              </a:rPr>
              <a:t>dataDoctor  |  2026-04-26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822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12529"/>
                </a:solidFill>
              </a:rPr>
              <a:t>1. Overall Quality Score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463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12529"/>
                </a:solidFill>
              </a:rPr>
              <a:t>2. Dimension Breakdown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1031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12529"/>
                </a:solidFill>
              </a:rPr>
              <a:t>3. Key Issues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743199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12529"/>
                </a:solidFill>
              </a:rPr>
              <a:t>4. Recommendations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383279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12529"/>
                </a:solidFill>
              </a:rPr>
              <a:t>5. Missing Values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0233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12529"/>
                </a:solidFill>
              </a:rPr>
              <a:t>6. Distributions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663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12529"/>
                </a:solidFill>
              </a:rPr>
              <a:t>7. Dataset Statistics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303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12529"/>
                </a:solidFill>
              </a:rPr>
              <a:t>8. Summary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40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FFFFFF"/>
                </a:solidFill>
              </a:rPr>
              <a:t>Overall Quality Score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601968"/>
            <a:ext cx="1182319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F0F0F0"/>
                </a:solidFill>
              </a:rPr>
              <a:t>dataDoctor  |  2026-04-26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22960"/>
            <a:ext cx="4572000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303520" y="137160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E3A5F"/>
                </a:solidFill>
              </a:rPr>
              <a:t>Grade: Excellent 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2194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00B4D8"/>
                </a:solidFill>
              </a:rPr>
              <a:t>🟢 Healthy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292608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12529"/>
                </a:solidFill>
              </a:rPr>
              <a:t>Rows: 15   |   Columns: 8   |   Numeric: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356616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E63946"/>
                </a:solidFill>
              </a:rPr>
              <a:t>Total Issues Found: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40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FFFFFF"/>
                </a:solidFill>
              </a:rPr>
              <a:t>Quality Dimension Scores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601968"/>
            <a:ext cx="1182319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F0F0F0"/>
                </a:solidFill>
              </a:rPr>
              <a:t>dataDoctor  |  2026-04-26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77240"/>
            <a:ext cx="1161288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40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FFFFFF"/>
                </a:solidFill>
              </a:rPr>
              <a:t>Dimension Score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601968"/>
            <a:ext cx="1182319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F0F0F0"/>
                </a:solidFill>
              </a:rPr>
              <a:t>dataDoctor  |  2026-04-26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822960"/>
          <a:ext cx="92354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645920"/>
                <a:gridCol w="1371600"/>
                <a:gridCol w="2286000"/>
                <a:gridCol w="1371600"/>
              </a:tblGrid>
              <a:tr h="36576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Dimension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Score /100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Weight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Issues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/>
                        <a:t>Completeness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81.5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🟡 Good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/>
                        <a:t>Uniqueness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100.0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15%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✅ Excellent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/>
                        <a:t>Validity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100.0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✅ Excellent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/>
                        <a:t>Consistency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100.0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15%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✅ Excellent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/>
                        <a:t>Integrity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100.0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✅ Excellent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/>
                        <a:t>Distribution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79.8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10%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🟡 Good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4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/>
                        <a:t>ML Readiness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66.5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🟠 Fair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40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FFFFFF"/>
                </a:solidFill>
              </a:rPr>
              <a:t>Top Issues Identified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601968"/>
            <a:ext cx="1182319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F0F0F0"/>
                </a:solidFill>
              </a:rPr>
              <a:t>dataDoctor  |  2026-04-26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E63946"/>
                </a:solidFill>
              </a:rPr>
              <a:t>• 4 column(s) with minor missing values (&lt;10%)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E63946"/>
                </a:solidFill>
              </a:rPr>
              <a:t>• 'quantity': moderate skewness (2.61)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9456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E63946"/>
                </a:solidFill>
              </a:rPr>
              <a:t>• 'total': moderate skewness (1.51)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8036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E63946"/>
                </a:solidFill>
              </a:rPr>
              <a:t>• 'quantity': 14.3% outlier rate (IQR)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56616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E63946"/>
                </a:solidFill>
              </a:rPr>
              <a:t>• 'total': 20.0% outlier rate (IQR)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25196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E63946"/>
                </a:solidFill>
              </a:rPr>
              <a:t>• Only 15 rows — ML models need ≥100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40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FFFFFF"/>
                </a:solidFill>
              </a:rPr>
              <a:t>Recommendations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601968"/>
            <a:ext cx="1182319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F0F0F0"/>
                </a:solidFill>
              </a:rPr>
              <a:t>dataDoctor  |  2026-04-26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212529"/>
                </a:solidFill>
              </a:rPr>
              <a:t>1. ✅ Dataset quality is excellent. Ready for analysis and ML.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212529"/>
                </a:solidFill>
              </a:rPr>
              <a:t>2. 🤖 ML: Only 15 rows — ML models need ≥100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860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212529"/>
                </a:solidFill>
              </a:rPr>
              <a:t>3. 🟡 Apply log/sqrt transform: 'quantity': moderate skewness (2.61)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175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212529"/>
                </a:solidFill>
              </a:rPr>
              <a:t>4. 🟡 Apply log/sqrt transform: 'total': moderate skewness (1.51)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490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212529"/>
                </a:solidFill>
              </a:rPr>
              <a:t>5. 🟡 Handle outliers: 'quantity': 14.3% outlier rate (IQR)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4805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212529"/>
                </a:solidFill>
              </a:rPr>
              <a:t>6. 🟡 Handle outliers: 'total': 20.0% outlier rate (IQR)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40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FFFFFF"/>
                </a:solidFill>
              </a:rPr>
              <a:t>Missing Values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601968"/>
            <a:ext cx="1182319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F0F0F0"/>
                </a:solidFill>
              </a:rPr>
              <a:t>dataDoctor  |  2026-04-26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1161288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40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FFFFFF"/>
                </a:solidFill>
              </a:rPr>
              <a:t>Numeric Distributions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601968"/>
            <a:ext cx="1182319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F0F0F0"/>
                </a:solidFill>
              </a:rPr>
              <a:t>dataDoctor  |  2026-04-26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77240"/>
            <a:ext cx="1179576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40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FFFFFF"/>
                </a:solidFill>
              </a:rPr>
              <a:t>Dataset Statistics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601968"/>
            <a:ext cx="1182319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F0F0F0"/>
                </a:solidFill>
              </a:rPr>
              <a:t>dataDoctor  |  2026-04-26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12529"/>
                </a:solidFill>
              </a:rPr>
              <a:t>Rows: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12529"/>
                </a:solidFill>
              </a:rPr>
              <a:t>Columns: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12529"/>
                </a:solidFill>
              </a:rPr>
              <a:t>Numeric Columns: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576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12529"/>
                </a:solidFill>
              </a:rPr>
              <a:t>Null Cells: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9144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12529"/>
                </a:solidFill>
              </a:rPr>
              <a:t>Overall Null Rate: 3.33%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12529"/>
                </a:solidFill>
              </a:rPr>
              <a:t>Duplicate Rows: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7432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12529"/>
                </a:solidFill>
              </a:rPr>
              <a:t>Memory (MB): 0.002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40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FFFFFF"/>
                </a:solidFill>
              </a:rPr>
              <a:t>Next Steps &amp;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601968"/>
            <a:ext cx="1182319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F0F0F0"/>
                </a:solidFill>
              </a:rPr>
              <a:t>dataDoctor  |  2026-04-26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12529"/>
                </a:solidFill>
              </a:rPr>
              <a:t>1. Address critical issues (🔴) before deploying the 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12529"/>
                </a:solidFill>
              </a:rPr>
              <a:t>2. Impute or remove missing values in key columns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6888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12529"/>
                </a:solidFill>
              </a:rPr>
              <a:t>3. Anonymize any detected PII columns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9184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12529"/>
                </a:solidFill>
              </a:rPr>
              <a:t>4. Re-run dataDoctor after cleaning to verify improvement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11480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12529"/>
                </a:solidFill>
              </a:rPr>
              <a:t>5. Export cleaned pipeline via CLI: python cli.py pipeline &lt;file&gt;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852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C757D"/>
                </a:solidFill>
              </a:rPr>
              <a:t>🩺 dataDoctor — github.com/Denterio1/dataDoctor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